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6" r:id="rId9"/>
    <p:sldId id="262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Delhi Metro Analysis – Project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>
                <a:solidFill>
                  <a:schemeClr val="bg2">
                    <a:lumMod val="10000"/>
                  </a:schemeClr>
                </a:solidFill>
              </a:rPr>
              <a:t>By: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Akash Chauhan</a:t>
            </a:r>
            <a:endParaRPr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dirty="0">
                <a:solidFill>
                  <a:schemeClr val="bg2">
                    <a:lumMod val="10000"/>
                  </a:schemeClr>
                </a:solidFill>
              </a:rPr>
              <a:t>November 2025</a:t>
            </a:r>
          </a:p>
          <a:p>
            <a:endParaRPr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dirty="0">
                <a:solidFill>
                  <a:schemeClr val="bg2">
                    <a:lumMod val="10000"/>
                  </a:schemeClr>
                </a:solidFill>
              </a:rPr>
              <a:t>An in-depth data analysis of Delhi Metro ridership, revenue, and ticket trends.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Delhi Metro, India’s largest and busiest rapid transit system, connects millions daily across the NCR.</a:t>
            </a:r>
          </a:p>
          <a:p>
            <a:endParaRPr/>
          </a:p>
          <a:p>
            <a:r>
              <a:t>Purpose of the Study:</a:t>
            </a:r>
          </a:p>
          <a:p>
            <a:r>
              <a:t>- Explore Delhi Metro’s ridership data to extract patterns and insights.</a:t>
            </a:r>
          </a:p>
          <a:p>
            <a:endParaRPr/>
          </a:p>
          <a:p>
            <a:r>
              <a:t>Objectives:</a:t>
            </a:r>
          </a:p>
          <a:p>
            <a:r>
              <a:t>• Understand travel behavior and ticket usage.</a:t>
            </a:r>
          </a:p>
          <a:p>
            <a:r>
              <a:t>• Identify high-traffic stations and routes.</a:t>
            </a:r>
          </a:p>
          <a:p>
            <a:r>
              <a:t>• Analyze fare, distance, and ridership correlation.</a:t>
            </a:r>
          </a:p>
          <a:p>
            <a:r>
              <a:t>• Recommend improvements for efficiency and satisfaction.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t>Dataset includes trip, fare, and ticket details of Delhi Metro passengers.</a:t>
            </a:r>
          </a:p>
          <a:p>
            <a:endParaRPr/>
          </a:p>
          <a:p>
            <a:r>
              <a:t>Key Columns:</a:t>
            </a:r>
          </a:p>
          <a:p>
            <a:r>
              <a:t>- From_Station, To_Station</a:t>
            </a:r>
          </a:p>
          <a:p>
            <a:r>
              <a:t>- Ticket_Type (Smart Card, Tourist, Token)</a:t>
            </a:r>
          </a:p>
          <a:p>
            <a:r>
              <a:t>- Fare, Distance, Passengers, Date</a:t>
            </a:r>
          </a:p>
          <a:p>
            <a:endParaRPr/>
          </a:p>
          <a:p>
            <a:r>
              <a:t>Libraries Used: Pandas, NumPy, Matplotlib</a:t>
            </a:r>
          </a:p>
          <a:p>
            <a:r>
              <a:t>Steps: Data cleaning, transformation, and visualization.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Busiest Stations</a:t>
            </a:r>
          </a:p>
        </p:txBody>
      </p:sp>
      <p:pic>
        <p:nvPicPr>
          <p:cNvPr id="3" name="Picture 2" descr="chart_busi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Ticket Type Distribution</a:t>
            </a:r>
          </a:p>
        </p:txBody>
      </p:sp>
      <p:pic>
        <p:nvPicPr>
          <p:cNvPr id="3" name="Picture 2" descr="chart_ticket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Profit / Passenger Trend Over Time</a:t>
            </a:r>
          </a:p>
        </p:txBody>
      </p:sp>
      <p:pic>
        <p:nvPicPr>
          <p:cNvPr id="3" name="Picture 2" descr="chart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15BB0F-38D3-99C5-0663-2AED6326D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18" y="1210642"/>
            <a:ext cx="6016764" cy="4279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D61583B-7125-7E73-5AB1-609B7CAB351C}"/>
              </a:ext>
            </a:extLst>
          </p:cNvPr>
          <p:cNvSpPr txBox="1"/>
          <p:nvPr/>
        </p:nvSpPr>
        <p:spPr>
          <a:xfrm>
            <a:off x="2369574" y="452284"/>
            <a:ext cx="40213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Fare Distribution (boxplot)</a:t>
            </a:r>
          </a:p>
        </p:txBody>
      </p:sp>
    </p:spTree>
    <p:extLst>
      <p:ext uri="{BB962C8B-B14F-4D97-AF65-F5344CB8AC3E}">
        <p14:creationId xmlns:p14="http://schemas.microsoft.com/office/powerpoint/2010/main" val="1596867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DD5B1A2-909A-31B5-8B20-BB13276F9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663" y="1289300"/>
            <a:ext cx="6479169" cy="442324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80C5A7B-A6B1-F1D1-7003-3A6525DCCAE2}"/>
              </a:ext>
            </a:extLst>
          </p:cNvPr>
          <p:cNvSpPr txBox="1"/>
          <p:nvPr/>
        </p:nvSpPr>
        <p:spPr>
          <a:xfrm>
            <a:off x="2433483" y="235974"/>
            <a:ext cx="42770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Distance VS Fare</a:t>
            </a:r>
          </a:p>
        </p:txBody>
      </p:sp>
    </p:spTree>
    <p:extLst>
      <p:ext uri="{BB962C8B-B14F-4D97-AF65-F5344CB8AC3E}">
        <p14:creationId xmlns:p14="http://schemas.microsoft.com/office/powerpoint/2010/main" val="318576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1. Smart Card users dominate ridership patterns.</a:t>
            </a:r>
          </a:p>
          <a:p>
            <a:r>
              <a:t>2. Tourist ticket usage peaks on weekends and holidays.</a:t>
            </a:r>
          </a:p>
          <a:p>
            <a:r>
              <a:t>3. Rajiv Chowk and Kashmere Gate are major interchange hubs.</a:t>
            </a:r>
          </a:p>
          <a:p>
            <a:r>
              <a:t>4. Stable fare trends show efficient pricing.</a:t>
            </a:r>
          </a:p>
          <a:p>
            <a:r>
              <a:t>5. Fare increases linearly with distance.</a:t>
            </a:r>
          </a:p>
          <a:p>
            <a:r>
              <a:t>6. Demand surges during winter and festive seasons.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Increase frequency during peak hours and festivals.</a:t>
            </a:r>
          </a:p>
          <a:p>
            <a:r>
              <a:t>• Use AI models for ridership forecasting.</a:t>
            </a:r>
          </a:p>
          <a:p>
            <a:r>
              <a:t>• Expand digital and QR-based ticketing.</a:t>
            </a:r>
          </a:p>
          <a:p>
            <a:r>
              <a:t>• Offer off-peak discounts to balance loads.</a:t>
            </a:r>
          </a:p>
          <a:p>
            <a:r>
              <a:t>• Enhance tourist packages and travel experiences.</a:t>
            </a:r>
          </a:p>
          <a:p>
            <a:r>
              <a:t>• Apply data analytics for station planning.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Delhi Metro efficiently manages huge commuter traffic with consistent revenue and fare structures.</a:t>
            </a:r>
          </a:p>
          <a:p>
            <a:endParaRPr/>
          </a:p>
          <a:p>
            <a:r>
              <a:t>Data shows Smart Card dominance, stable trends, and clear weekday peaks.</a:t>
            </a:r>
          </a:p>
          <a:p>
            <a:r>
              <a:t>With predictive analytics and digital innovation, Delhi Metro can further enhance reliability and passenger satisfaction.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Dataset: delhi_metro_cleaned_Dataset.csv</a:t>
            </a:r>
          </a:p>
          <a:p>
            <a:r>
              <a:t>• Tools: Python (Pandas, NumPy, Matplotlib)</a:t>
            </a:r>
          </a:p>
          <a:p>
            <a:r>
              <a:t>• Jupyter Notebook: Delhi_Metro_Project.ipynb</a:t>
            </a:r>
          </a:p>
          <a:p>
            <a:r>
              <a:t>• Report &amp; Analysis: Yash Vardhan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392</Words>
  <Application>Microsoft Office PowerPoint</Application>
  <PresentationFormat>On-screen Show (4:3)</PresentationFormat>
  <Paragraphs>55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Delhi Metro Analysis – Project Report</vt:lpstr>
      <vt:lpstr>1. Introduction</vt:lpstr>
      <vt:lpstr>2. Dataset Overview</vt:lpstr>
      <vt:lpstr>Top 10 Busiest Stations</vt:lpstr>
      <vt:lpstr>Ticket Type Distribution</vt:lpstr>
      <vt:lpstr>Profit / Passenger Trend Over Time</vt:lpstr>
      <vt:lpstr>PowerPoint Presentation</vt:lpstr>
      <vt:lpstr>PowerPoint Presentation</vt:lpstr>
      <vt:lpstr>5. Key Insights</vt:lpstr>
      <vt:lpstr>6. Recommendations</vt:lpstr>
      <vt:lpstr>7. 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Akash Chauhan</cp:lastModifiedBy>
  <cp:revision>3</cp:revision>
  <dcterms:created xsi:type="dcterms:W3CDTF">2013-01-27T09:14:16Z</dcterms:created>
  <dcterms:modified xsi:type="dcterms:W3CDTF">2025-11-12T11:44:16Z</dcterms:modified>
  <cp:category/>
</cp:coreProperties>
</file>